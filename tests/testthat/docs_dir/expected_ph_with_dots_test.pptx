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eb0e4e61227cf53a657abd250cbed88df7fe7053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8815ad93002ded5c7c9054f84f7660b2c640545a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919111e46da8beb7b0a7d8c0ce7dea90046e2617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ph_with.character()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The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ph_with.numeric()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1</a:t>
            </a:r>
          </a:p>
          <a:p>
            <a:r>
              <a:rPr/>
              <a:t>2</a:t>
            </a:r>
          </a:p>
          <a:p>
            <a:r>
              <a:rPr/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ph_with.numeric()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1,000</a:t>
            </a:r>
          </a:p>
          <a:p>
            <a:r>
              <a:rPr/>
              <a:t>2,000</a:t>
            </a:r>
          </a:p>
          <a:p>
            <a:r>
              <a:rPr/>
              <a:t>3,000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ph_with.factor()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a</a:t>
            </a:r>
          </a:p>
          <a:p>
            <a:r>
              <a:rPr/>
              <a:t>b</a:t>
            </a:r>
          </a:p>
          <a:p>
            <a:r>
              <a:rPr/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ph_with.Date()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08/11/26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ph_with.fpar()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b="1" strike="noStrike">
                <a:solidFill>
                  <a:srgbClr val="FF0000">
                    <a:alpha val="100000"/>
                  </a:srgbClr>
                </a:solidFill>
              </a:rPr>
              <a:t>text for first page header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ph_with.block_list()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b="1" strike="noStrike">
                <a:solidFill>
                  <a:srgbClr val="FF0000">
                    <a:alpha val="100000"/>
                  </a:srgbClr>
                </a:solidFill>
              </a:rPr>
              <a:t>text for first page header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b="1" strike="noStrike">
                <a:solidFill>
                  <a:srgbClr val="FF0000">
                    <a:alpha val="100000"/>
                  </a:srgbClr>
                </a:solidFill>
              </a:rPr>
              <a:t>text for first page header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ph_with.unordered_list()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/>
            <a:r>
              <a:rPr cap="none" i="0" b="0" u="none" strike="noStrike">
                <a:solidFill>
                  <a:srgbClr val="FF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Level1</a:t>
            </a:r>
          </a:p>
          <a:p>
            <a:pPr lvl="1"/>
            <a:r>
              <a:rPr cap="none" i="0" b="0" u="none" strike="noStrike">
                <a:solidFill>
                  <a:srgbClr val="FFC0C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Level2</a:t>
            </a:r>
          </a:p>
          <a:p>
            <a:pPr/>
            <a:r>
              <a:rPr cap="none" i="0" b="0" u="none" strike="noStrike">
                <a:solidFill>
                  <a:srgbClr val="FFA5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Level1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ph_with.empty_content()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ph_with.external_img()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-180000">
            <a:off x="457200" y="1600200"/>
            <a:ext cx="3657600" cy="2743200"/>
          </a:xfrm>
          <a:prstGeom prst="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ph_with.plot_instr()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-180000">
            <a:off x="457200" y="1600200"/>
            <a:ext cx="4038600" cy="4525963"/>
          </a:xfrm>
          <a:prstGeom prst="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ph_with.gg()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-180000">
            <a:off x="457200" y="1600200"/>
            <a:ext cx="4038600" cy="4525963"/>
          </a:xfrm>
          <a:prstGeom prst="rect">
            <a:avLst/>
          </a:prstGeom>
          <a:solidFill>
            <a:srgbClr val="00FFFF">
              <a:alpha val="100000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ph_with.data.frame()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half" idx="1"/>
          </p:nvPr>
        </p:nvGraphicFramePr>
        <p:xfrm rot="-180000">
          <a:off x="457200" y="1600200"/>
          <a:ext cx="8229600" cy="4525963"/>
        </p:xfrm>
        <a:solidFill>
          <a:srgbClr val="00FFFF">
            <a:alpha val="100000"/>
          </a:srgbClr>
        </a:solidFill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</a:tblGrid>
              <a:tr h="1508654">
                <a:tc>
                  <a:txBody>
                    <a:bodyPr/>
                    <a:lstStyle/>
                    <a:p>
                      <a:pPr algn="r"/>
                      <a:r>
                        <a:t>mpg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cyl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disp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hp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drat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wt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qsec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vs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gear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carb</a:t>
                      </a:r>
                    </a:p>
                  </a:txBody>
                </a:tc>
              </a:tr>
              <a:tr h="1508654">
                <a:tc>
                  <a:txBody>
                    <a:bodyPr/>
                    <a:lstStyle/>
                    <a:p>
                      <a:pPr algn="r"/>
                      <a:r>
                        <a:t>21.0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2.620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16.46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</a:tr>
              <a:tr h="1508654">
                <a:tc>
                  <a:txBody>
                    <a:bodyPr/>
                    <a:lstStyle/>
                    <a:p>
                      <a:pPr algn="r"/>
                      <a:r>
                        <a:t>21.0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2.875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17.02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</a:tr>
              <a:tr h="1508654">
                <a:tc>
                  <a:txBody>
                    <a:bodyPr/>
                    <a:lstStyle/>
                    <a:p>
                      <a:pPr algn="r"/>
                      <a:r>
                        <a:t>22.8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2.320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18.61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markheckmann</cp:lastModifiedBy>
  <cp:revision>3</cp:revision>
  <dcterms:created xsi:type="dcterms:W3CDTF">2017-02-13T16:18:36Z</dcterms:created>
  <dcterms:modified xsi:type="dcterms:W3CDTF">2026-08-11T22:52:13Z</dcterms:modified>
  <cp:category/>
</cp:coreProperties>
</file>